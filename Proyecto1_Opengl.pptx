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dirty="0"/>
              <a:pPr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32CDD-82AC-7A38-90F9-803B4D79F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186935"/>
            <a:ext cx="8825658" cy="2677648"/>
          </a:xfrm>
        </p:spPr>
        <p:txBody>
          <a:bodyPr/>
          <a:lstStyle/>
          <a:p>
            <a:r>
              <a:rPr lang="en-US" dirty="0"/>
              <a:t>Proyecto 1 OpenGL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E219FF-04A6-BD46-9874-29BD9BCDF9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Integrantes</a:t>
            </a:r>
            <a:r>
              <a:rPr lang="en-US" dirty="0"/>
              <a:t>:     Rodrigo SOTO </a:t>
            </a:r>
            <a:r>
              <a:rPr lang="en-US" dirty="0" err="1"/>
              <a:t>véjar</a:t>
            </a:r>
            <a:endParaRPr lang="en-US" dirty="0"/>
          </a:p>
          <a:p>
            <a:r>
              <a:rPr lang="en-US" dirty="0"/>
              <a:t>				</a:t>
            </a:r>
            <a:r>
              <a:rPr lang="en-US" dirty="0" err="1"/>
              <a:t>ian</a:t>
            </a:r>
            <a:r>
              <a:rPr lang="en-US" dirty="0"/>
              <a:t> Pereira ganga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4496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7452CA-6425-E4E8-A051-396C7529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Class Circle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27140B8-92FC-43F0-8CCA-F40052CE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14FEF32-7604-4713-A9F1-9D90A6F78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95AD3905-A7DD-4026-B7FD-C203CC305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467A9BDB-6572-473C-B2E5-C1AC2F716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8136525-23CA-E323-4414-41FC28FB4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0998" y="2549011"/>
            <a:ext cx="7595318" cy="182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5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904AF2-7933-1C4D-71BF-EA3AD6480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Vértices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27140B8-92FC-43F0-8CCA-F40052CE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14FEF32-7604-4713-A9F1-9D90A6F78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95AD3905-A7DD-4026-B7FD-C203CC305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467A9BDB-6572-473C-B2E5-C1AC2F716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5B26B1A-A3CE-6346-14AB-BE1E5DD2D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4774" y="2144645"/>
            <a:ext cx="7199807" cy="275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3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24BE0B-891C-98CA-5A79-18644913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/>
              <a:t>Función Modificar Color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27140B8-92FC-43F0-8CCA-F40052CE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14FEF32-7604-4713-A9F1-9D90A6F78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95AD3905-A7DD-4026-B7FD-C203CC305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467A9BDB-6572-473C-B2E5-C1AC2F716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F85FC08-819A-CD88-857D-99D47B06C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3332" y="2131377"/>
            <a:ext cx="7270312" cy="29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7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022D0F-F04D-AD3D-53AA-CE3D0E55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Función Cambiar el Tamaño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7140B8-92FC-43F0-8CCA-F40052CE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4FEF32-7604-4713-A9F1-9D90A6F78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95AD3905-A7DD-4026-B7FD-C203CC305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67A9BDB-6572-473C-B2E5-C1AC2F716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BA0AAD8-F697-6D54-7579-93AB41BF2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5103" y="2503801"/>
            <a:ext cx="7466911" cy="214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2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B1D92A-0A6A-9F09-E8E7-B77A713A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/>
              <a:t>Class OpenGlShadder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27140B8-92FC-43F0-8CCA-F40052CE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14FEF32-7604-4713-A9F1-9D90A6F78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95AD3905-A7DD-4026-B7FD-C203CC305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467A9BDB-6572-473C-B2E5-C1AC2F716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87992B6-97C1-2EB2-4A02-5886BB97B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6231" y="2188723"/>
            <a:ext cx="6802856" cy="267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9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E908E7-65BE-CED4-4A07-C455DBA8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Funciones OpenGLShadder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7140B8-92FC-43F0-8CCA-F40052CE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4FEF32-7604-4713-A9F1-9D90A6F78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95AD3905-A7DD-4026-B7FD-C203CC305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67A9BDB-6572-473C-B2E5-C1AC2F716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3DE2A378-F17B-14E5-4989-AD728EA41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5356"/>
          <a:stretch/>
        </p:blipFill>
        <p:spPr>
          <a:xfrm>
            <a:off x="65207" y="2562283"/>
            <a:ext cx="7926900" cy="2085917"/>
          </a:xfrm>
        </p:spPr>
      </p:pic>
    </p:spTree>
    <p:extLst>
      <p:ext uri="{BB962C8B-B14F-4D97-AF65-F5344CB8AC3E}">
        <p14:creationId xmlns:p14="http://schemas.microsoft.com/office/powerpoint/2010/main" val="106432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4D0417-278E-AC9D-64E2-62C6ECCA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Funciones OpenGLShadder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7140B8-92FC-43F0-8CCA-F40052CE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4FEF32-7604-4713-A9F1-9D90A6F78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95AD3905-A7DD-4026-B7FD-C203CC305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67A9BDB-6572-473C-B2E5-C1AC2F716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183572C-6284-B57E-E6C1-83972133C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4051" y="2586977"/>
            <a:ext cx="7361447" cy="168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683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EF0B0C38-1259-4AEC-B522-265C67B7E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F920FA7-F746-4E88-8DF5-E0F327F87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928A430-0B4B-469C-A5BF-259B1B882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14068A5-EB61-44D9-8AEE-2053AB6DCC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A83CADC-6A30-4966-97A2-7890A1BAE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E8B22A6D-1F5E-4819-9D42-B2DB82B6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9A1B461-788F-4C1B-B9FD-002300488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D2ED82-3786-A71D-8648-F752CDE1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145" y="1241266"/>
            <a:ext cx="453592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Instancias de clases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5BDFECF-8B2E-426E-B8EC-4B3AAF5FF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3" y="396837"/>
            <a:ext cx="6451503" cy="6058999"/>
            <a:chOff x="423333" y="396837"/>
            <a:chExt cx="6451503" cy="6058999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4A2F284-8C69-45A7-8252-D2EFDCD0D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3" y="402165"/>
              <a:ext cx="522933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20B11E81-421B-497C-8FD4-D9137D40E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3161515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9E29502F-53AE-4212-9312-E08FB217C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5004670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EF27169-C7F5-67C1-03F1-ADF5B8A2A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4787" y="1735240"/>
            <a:ext cx="5799074" cy="100032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B1B8F9C-739E-AB5A-875A-E92237884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94" y="4051130"/>
            <a:ext cx="5796667" cy="100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83E8AD-AFEA-796C-2A64-A42602FC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Asignaciones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7140B8-92FC-43F0-8CCA-F40052CE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4FEF32-7604-4713-A9F1-9D90A6F78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95AD3905-A7DD-4026-B7FD-C203CC305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67A9BDB-6572-473C-B2E5-C1AC2F716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B9F401F-BF0D-6E2A-1010-DA3E5B262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3332" y="2304661"/>
            <a:ext cx="7282323" cy="25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718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3A114B-CAF8-402E-A898-DEE2C202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E68BB1-DCF6-49AB-8FF1-7E68DCBC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18288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9B8539-604B-420E-BA1B-0A2E64CD7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1412" y="5870955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236CAA2-54C3-4136-B0CC-6837B14D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0F86E67-9E86-453F-92BC-64818982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C5439-21D4-46F3-9CF4-FF1CE78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811A64-4476-5D1D-5A90-C748E4F76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/>
              <a:t>Renderizado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7140B8-92FC-43F0-8CCA-F40052CE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4FEF32-7604-4713-A9F1-9D90A6F78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95AD3905-A7DD-4026-B7FD-C203CC305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67A9BDB-6572-473C-B2E5-C1AC2F716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3F69A0-B291-17D7-BC78-9B5467C90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1188" y="1766891"/>
            <a:ext cx="7035383" cy="33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7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489F6-6BD2-28AA-16EF-9589C2253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Diagrama UML</a:t>
            </a:r>
            <a:endParaRPr lang="es-CL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A185DAB-1677-30A3-D4E6-7CFE38E4B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0967" y="2328291"/>
            <a:ext cx="7743550" cy="423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23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TM02900722[[fn=Sala de reuniones Ion]]</Template>
  <TotalTime>178</TotalTime>
  <Words>38</Words>
  <Application>Microsoft Office PowerPoint</Application>
  <PresentationFormat>Panorámica</PresentationFormat>
  <Paragraphs>14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Sala de reuniones Ion</vt:lpstr>
      <vt:lpstr>Proyecto 1 OpenGL</vt:lpstr>
      <vt:lpstr>Class Circle</vt:lpstr>
      <vt:lpstr>Vértices</vt:lpstr>
      <vt:lpstr>Función Modificar Color</vt:lpstr>
      <vt:lpstr>Función Cambiar el Tamaño</vt:lpstr>
      <vt:lpstr>Class OpenGlShadder</vt:lpstr>
      <vt:lpstr>Funciones OpenGLShadder</vt:lpstr>
      <vt:lpstr>Funciones OpenGLShadder</vt:lpstr>
      <vt:lpstr>Instancias de clases</vt:lpstr>
      <vt:lpstr>Asignaciones</vt:lpstr>
      <vt:lpstr>Renderizado</vt:lpstr>
      <vt:lpstr>Diagrama UML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1 OpenGL</dc:title>
  <dc:creator>Ian Javier Pereira Ganga</dc:creator>
  <cp:lastModifiedBy>rodrigo osvaldo soto vejar</cp:lastModifiedBy>
  <cp:revision>4</cp:revision>
  <dcterms:created xsi:type="dcterms:W3CDTF">2024-05-09T22:24:00Z</dcterms:created>
  <dcterms:modified xsi:type="dcterms:W3CDTF">2024-05-10T12:41:26Z</dcterms:modified>
</cp:coreProperties>
</file>